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42" d="100"/>
          <a:sy n="242" d="100"/>
        </p:scale>
        <p:origin x="5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00CD-D754-8CFB-A74B-73F01FD492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D67438-68F7-4EB8-7A3E-29A0CBB2D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5ED99-02A8-0BFD-BAB5-CC6E08BAF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97D8D-49EC-49C4-BA48-DB192B4CA69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51496-1BB3-660C-012D-AB984F68B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276C4-BB78-0D4F-6542-76C6D3522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3122A-67E6-4621-BF4B-5164B1975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973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885ED-C497-50E9-5348-05EFFCDC5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1C6E6-4143-631A-4683-348E5FE4C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A12B1-3156-F059-22DC-F1471084A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97D8D-49EC-49C4-BA48-DB192B4CA69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2C23A-D0B9-2A60-2150-14D2927D7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27047-CF9B-ACA6-FAAD-F71A8B988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3122A-67E6-4621-BF4B-5164B1975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6D9DC-23E4-CF05-B5E6-02D0CBCF6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3F67F-30F4-5F11-BBC9-2C8812AF3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70704-0C54-1677-DBF8-EEABE823B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97D8D-49EC-49C4-BA48-DB192B4CA69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25012-0EC0-0C33-9396-D3B62423E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1C0CD-A2DD-96A1-EF32-AC08CDA73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3122A-67E6-4621-BF4B-5164B1975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04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FD4B3-63F1-08F8-8648-37F70A7B9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35D87-F222-9E32-1614-6B1CF5B07C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6EE511-8041-1333-4630-18528F667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35D075-6770-C5C4-2539-8D4824A7D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97D8D-49EC-49C4-BA48-DB192B4CA69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F3348D-5897-55D2-8036-AC0539C2A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96051-2843-DABD-2AAF-FE515ABFB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3122A-67E6-4621-BF4B-5164B1975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270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869E9-1E51-4121-3C58-7D6D0F603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9793A-7972-A106-C4F3-7F23FD789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60B5DE-6854-1FA7-5D1A-67EB685A7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893E23-F43E-1F67-1EEC-819D351087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0BA819-1658-316E-09AA-BDD98AB46C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2D6EE5-3634-BF42-6D60-2C52DB9E1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97D8D-49EC-49C4-BA48-DB192B4CA69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154959-E1B3-21B1-9CCA-067330EC2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90C755-461E-50D5-AAFA-B74682FED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3122A-67E6-4621-BF4B-5164B1975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33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7BEE5-0C7E-8F3B-91BE-673FE4F77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1ADB8E-21D3-3396-B4BB-3B95B0894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97D8D-49EC-49C4-BA48-DB192B4CA69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1AF2B1-7143-42A2-9B54-EA1239772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408BFC-4A88-4A49-C2B8-81D20AD69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3122A-67E6-4621-BF4B-5164B1975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483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216AF9-C4AF-0B70-2EC8-220EE19F6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97D8D-49EC-49C4-BA48-DB192B4CA69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8152ED-B0E8-6A23-AD96-BFD841C2F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4938E-20FD-C421-1794-1568B728F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3122A-67E6-4621-BF4B-5164B1975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66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81794-8AA2-B37D-F883-535235623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57D89-45DE-B26D-D438-E3AA75C84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334051-D0D3-1DA1-8E8C-E0704F771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D8D515-5667-2880-9456-7079E391D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97D8D-49EC-49C4-BA48-DB192B4CA69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8C65BE-B11E-167B-4009-74C98ED48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7F50C2-BAEF-A5FB-9C96-EB361E584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3122A-67E6-4621-BF4B-5164B1975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95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091B6-5A55-B7DF-325F-87ED260B4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42FDC1-6F0F-20E6-864B-43FBCF3257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4B2B29-8258-898C-181C-8AEC10D5E4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0B1299-7714-C4DC-6931-DADAFC717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97D8D-49EC-49C4-BA48-DB192B4CA69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3ACAF-1428-16E4-EE0C-3CDB63950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D45C1-CC34-533A-5576-A34434E29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3122A-67E6-4621-BF4B-5164B1975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331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595B4-658F-7751-A7C3-203776522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92E61D-A19C-C460-0A60-5304F23D3D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9E343-3A60-ED85-052E-AA55DD7BF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97D8D-49EC-49C4-BA48-DB192B4CA69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C7716-12B5-147F-5CA9-00FB49601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6D590-3A3A-C067-5406-9453D6F86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3122A-67E6-4621-BF4B-5164B1975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80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221762-C5EF-7EB2-FE5E-2258B77DEA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0EDB3A-AD58-8D8F-0367-4FEDDC281C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DC0A8-2E3C-B059-CE97-15D359426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97D8D-49EC-49C4-BA48-DB192B4CA69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EF7EC-EC56-5295-5C95-BF3C81D6B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EE723-FF09-7798-5D8C-FD8E8B2A2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3122A-67E6-4621-BF4B-5164B1975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316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DB8AF2-E1FD-E5A3-AA1A-B2B6D724C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27744-B0AA-B77D-119D-EFC87A251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8326E-3201-F562-F1FC-E4E6A05DE9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797D8D-49EC-49C4-BA48-DB192B4CA69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A0B2A-A2B3-8179-05CE-EE597D9C17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9FDC5-C621-3E1F-318F-E36601CC75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43122A-67E6-4621-BF4B-5164B1975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02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928E1A-5EAF-C731-4E85-C821F89D47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853AFC-87D6-6C20-D4D6-359334BCB7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n-US" sz="6600">
                <a:solidFill>
                  <a:schemeClr val="bg1"/>
                </a:solidFill>
              </a:rPr>
              <a:t>League of Legends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A05F2D-2583-661C-E2C6-1E26BD12E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How to play and what do champs do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080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2F76BE-6726-D06B-8532-70BEF05E85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82" r="18174" b="9091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61FE45-5CE9-F98B-B875-DBFB571AD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Index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BCDC68C-BE61-DBE4-A8C9-84BB3DE40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endParaRPr lang="en-US" sz="17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7138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E30438-0FFB-66F3-92C0-09A963F23A4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41E08F-FCB7-BBF0-1929-20122DFFA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How to play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FE7510C-4B59-CFAC-94EF-3FFEB79D3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1463"/>
            <a:ext cx="8084643" cy="37654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The purpose of the game is just to destroy the nexus.</a:t>
            </a: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To do so you first got to destroy the towers and </a:t>
            </a:r>
            <a:r>
              <a:rPr lang="en-US" dirty="0" err="1">
                <a:solidFill>
                  <a:srgbClr val="FFFFFF"/>
                </a:solidFill>
              </a:rPr>
              <a:t>inihibitors</a:t>
            </a:r>
            <a:r>
              <a:rPr lang="en-US" dirty="0">
                <a:solidFill>
                  <a:srgbClr val="FFFFFF"/>
                </a:solidFill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EAE6C9-F0E5-F96E-2FDE-88AAF23854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67" y="4627953"/>
            <a:ext cx="1849392" cy="17137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8CCC0A0-9FCE-4422-FD66-3811D7EB5F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645" y="4678397"/>
            <a:ext cx="3169920" cy="16128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5F39623-CF95-1A89-71F8-4B2B6F2E0D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8535" y="4627953"/>
            <a:ext cx="2284948" cy="17137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C72A74-28CB-BED1-23E6-DFA843741CD5}"/>
              </a:ext>
            </a:extLst>
          </p:cNvPr>
          <p:cNvSpPr txBox="1"/>
          <p:nvPr/>
        </p:nvSpPr>
        <p:spPr>
          <a:xfrm>
            <a:off x="9404131" y="6385039"/>
            <a:ext cx="1517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Inihibitor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838543-7257-9A63-1838-53E4F3A7F5DE}"/>
              </a:ext>
            </a:extLst>
          </p:cNvPr>
          <p:cNvSpPr txBox="1"/>
          <p:nvPr/>
        </p:nvSpPr>
        <p:spPr>
          <a:xfrm>
            <a:off x="5085035" y="6385039"/>
            <a:ext cx="1517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Tower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AD2417-9A4F-ADF2-90D6-BB324F91C583}"/>
              </a:ext>
            </a:extLst>
          </p:cNvPr>
          <p:cNvSpPr txBox="1"/>
          <p:nvPr/>
        </p:nvSpPr>
        <p:spPr>
          <a:xfrm>
            <a:off x="1408055" y="6361130"/>
            <a:ext cx="1517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Nexus</a:t>
            </a:r>
          </a:p>
        </p:txBody>
      </p:sp>
    </p:spTree>
    <p:extLst>
      <p:ext uri="{BB962C8B-B14F-4D97-AF65-F5344CB8AC3E}">
        <p14:creationId xmlns:p14="http://schemas.microsoft.com/office/powerpoint/2010/main" val="35229605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05D03E-6574-35DA-31B4-8A2C35AAF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4D556A9-E520-7D73-F858-D98A03270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F554BD-8C45-8D77-67B7-A1F0AFEEB3B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E9E8CB-C9BF-C61E-E981-7F3943EEF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How to play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E74BFC2-F7DC-4183-4F89-B518B1A07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4593" y="2813484"/>
            <a:ext cx="8084643" cy="37654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Movement is up to you</a:t>
            </a:r>
            <a:br>
              <a:rPr lang="en-US" dirty="0"/>
            </a:br>
            <a:r>
              <a:rPr lang="en-US" dirty="0"/>
              <a:t>Either Right Click or WASD</a:t>
            </a:r>
          </a:p>
        </p:txBody>
      </p:sp>
    </p:spTree>
    <p:extLst>
      <p:ext uri="{BB962C8B-B14F-4D97-AF65-F5344CB8AC3E}">
        <p14:creationId xmlns:p14="http://schemas.microsoft.com/office/powerpoint/2010/main" val="9874057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FD6CD9-321E-70D8-69EE-811A80A07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3C5B40-77BF-3101-1EC1-7405BAE88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064BAE-96D1-7E91-167D-CA6E0371BF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82" r="18174" b="9091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ACBE446-19EE-EA61-E482-EE23A472D3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07647E-EC99-99EE-6C97-021D18DDB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Champions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786CF7-6DF8-60B7-0C5A-F6485CC67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CA4C87-23E6-56BF-21BB-838EB8777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AB85A13-6C3B-79D9-6EA2-0DF6E3718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 dirty="0">
                <a:solidFill>
                  <a:schemeClr val="bg1"/>
                </a:solidFill>
              </a:rPr>
              <a:t>There’s 173 champions.</a:t>
            </a:r>
          </a:p>
          <a:p>
            <a:r>
              <a:rPr lang="en-US" sz="1700" dirty="0">
                <a:solidFill>
                  <a:schemeClr val="bg1"/>
                </a:solidFill>
              </a:rPr>
              <a:t>They have all a passive</a:t>
            </a:r>
          </a:p>
          <a:p>
            <a:r>
              <a:rPr lang="en-US" sz="1700" dirty="0">
                <a:solidFill>
                  <a:schemeClr val="bg1"/>
                </a:solidFill>
              </a:rPr>
              <a:t>Hwei has 11 abilities, </a:t>
            </a:r>
            <a:r>
              <a:rPr lang="en-US" sz="1700" dirty="0" err="1">
                <a:solidFill>
                  <a:schemeClr val="bg1"/>
                </a:solidFill>
              </a:rPr>
              <a:t>Gnar</a:t>
            </a:r>
            <a:r>
              <a:rPr lang="en-US" sz="1700" dirty="0">
                <a:solidFill>
                  <a:schemeClr val="bg1"/>
                </a:solidFill>
              </a:rPr>
              <a:t> has 7 abilities and </a:t>
            </a:r>
            <a:r>
              <a:rPr lang="en-US" sz="1700" dirty="0" err="1">
                <a:solidFill>
                  <a:schemeClr val="bg1"/>
                </a:solidFill>
              </a:rPr>
              <a:t>Aphelios</a:t>
            </a:r>
            <a:r>
              <a:rPr lang="en-US" sz="1700" dirty="0">
                <a:solidFill>
                  <a:schemeClr val="bg1"/>
                </a:solidFill>
              </a:rPr>
              <a:t> has 2 abilities</a:t>
            </a:r>
          </a:p>
          <a:p>
            <a:r>
              <a:rPr lang="en-US" sz="1700" dirty="0">
                <a:solidFill>
                  <a:schemeClr val="bg1"/>
                </a:solidFill>
              </a:rPr>
              <a:t>Everyone else has </a:t>
            </a:r>
            <a:r>
              <a:rPr lang="en-US" sz="1700">
                <a:solidFill>
                  <a:schemeClr val="bg1"/>
                </a:solidFill>
              </a:rPr>
              <a:t>4 abilities.</a:t>
            </a:r>
            <a:endParaRPr lang="en-US" sz="1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19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87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League of Legends</vt:lpstr>
      <vt:lpstr>Index</vt:lpstr>
      <vt:lpstr>How to play</vt:lpstr>
      <vt:lpstr>How to play</vt:lpstr>
      <vt:lpstr>Champions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Francisco Pimenta</dc:creator>
  <cp:lastModifiedBy>Francisco Pimenta</cp:lastModifiedBy>
  <cp:revision>2</cp:revision>
  <dcterms:created xsi:type="dcterms:W3CDTF">2026-06-30T10:13:00Z</dcterms:created>
  <dcterms:modified xsi:type="dcterms:W3CDTF">2026-07-04T00:14:11Z</dcterms:modified>
</cp:coreProperties>
</file>